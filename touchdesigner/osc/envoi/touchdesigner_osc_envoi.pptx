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0504B-9ECF-41E4-B134-AD0FD439A398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E8DB86-9AAF-4456-B8D0-DCB64524E133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0C6A9-7F7E-4E54-A7E8-8F375F9C6FD0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A888BC-75C7-41DB-A871-8ED8BBF61422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3634D3-8AB9-4BBC-89FD-7EBC6F20C484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954919-EA26-4EB5-BF42-DF0321F083E7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FB6DD-6D63-44C2-8DD7-A69F46DE1514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6FDAEE-E6BB-4931-A5B0-29DC6C152F14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6C254-B23A-4117-B286-C2C36359D47E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Deuxième niveau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Troisième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Quatrième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Cinquième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215E4F-068E-447E-BC85-1F8C112B5577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Cliquez pour 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857FC2-A148-46F2-B4B6-EFB51434EA31}" type="slidenum">
              <a:rPr b="0" lang="fr-CA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22" descr=""/>
          <p:cNvPicPr/>
          <p:nvPr/>
        </p:nvPicPr>
        <p:blipFill>
          <a:blip r:embed="rId1"/>
          <a:stretch/>
        </p:blipFill>
        <p:spPr>
          <a:xfrm>
            <a:off x="7318440" y="30960"/>
            <a:ext cx="3032280" cy="256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 2" descr=""/>
          <p:cNvPicPr/>
          <p:nvPr/>
        </p:nvPicPr>
        <p:blipFill>
          <a:blip r:embed="rId2"/>
          <a:srcRect l="31360" t="0" r="0" b="0"/>
          <a:stretch/>
        </p:blipFill>
        <p:spPr>
          <a:xfrm>
            <a:off x="4680000" y="2801160"/>
            <a:ext cx="5213880" cy="184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Image 4" descr=""/>
          <p:cNvPicPr/>
          <p:nvPr/>
        </p:nvPicPr>
        <p:blipFill>
          <a:blip r:embed="rId3"/>
          <a:stretch/>
        </p:blipFill>
        <p:spPr>
          <a:xfrm>
            <a:off x="5153040" y="5183280"/>
            <a:ext cx="2841840" cy="157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Flèche : droite 15"/>
          <p:cNvSpPr/>
          <p:nvPr/>
        </p:nvSpPr>
        <p:spPr>
          <a:xfrm rot="9000000">
            <a:off x="9924120" y="1569960"/>
            <a:ext cx="522720" cy="228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3" name="Rectangle 14"/>
          <p:cNvSpPr/>
          <p:nvPr/>
        </p:nvSpPr>
        <p:spPr>
          <a:xfrm>
            <a:off x="10337400" y="107064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Format : Float ou Int selon le besoin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lèche : droite 16"/>
          <p:cNvSpPr/>
          <p:nvPr/>
        </p:nvSpPr>
        <p:spPr>
          <a:xfrm rot="13500000">
            <a:off x="9927360" y="2035800"/>
            <a:ext cx="522720" cy="23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5" name="Rectangle 17"/>
          <p:cNvSpPr/>
          <p:nvPr/>
        </p:nvSpPr>
        <p:spPr>
          <a:xfrm>
            <a:off x="10270080" y="196956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Pour une seule valeur doit être « Sample »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lèche : droite 18"/>
          <p:cNvSpPr/>
          <p:nvPr/>
        </p:nvSpPr>
        <p:spPr>
          <a:xfrm>
            <a:off x="6901200" y="802440"/>
            <a:ext cx="834120" cy="5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7" name="Rectangle 19"/>
          <p:cNvSpPr/>
          <p:nvPr/>
        </p:nvSpPr>
        <p:spPr>
          <a:xfrm>
            <a:off x="5810400" y="81396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Indiquer l’adresse et le port de destination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lèche : droite 20"/>
          <p:cNvSpPr/>
          <p:nvPr/>
        </p:nvSpPr>
        <p:spPr>
          <a:xfrm>
            <a:off x="7177320" y="201492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Rectangle 23"/>
          <p:cNvSpPr/>
          <p:nvPr/>
        </p:nvSpPr>
        <p:spPr>
          <a:xfrm>
            <a:off x="5220000" y="1993320"/>
            <a:ext cx="1956600" cy="2509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Désactiver  « Send Rate »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necteur droit 25"/>
          <p:cNvCxnSpPr>
            <a:stCxn id="60" idx="0"/>
            <a:endCxn id="59" idx="2"/>
          </p:cNvCxnSpPr>
          <p:nvPr/>
        </p:nvCxnSpPr>
        <p:spPr>
          <a:xfrm flipV="1">
            <a:off x="7286760" y="2596320"/>
            <a:ext cx="1548000" cy="205200"/>
          </a:xfrm>
          <a:prstGeom prst="straightConnector1">
            <a:avLst/>
          </a:prstGeom>
          <a:ln>
            <a:solidFill>
              <a:srgbClr val="ff0000"/>
            </a:solidFill>
            <a:headEnd len="med" type="triangle" w="med"/>
          </a:ln>
        </p:spPr>
      </p:cxnSp>
      <p:sp>
        <p:nvSpPr>
          <p:cNvPr id="71" name="Flèche : droite 35"/>
          <p:cNvSpPr/>
          <p:nvPr/>
        </p:nvSpPr>
        <p:spPr>
          <a:xfrm>
            <a:off x="6634080" y="231084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2" name="Rectangle 36"/>
          <p:cNvSpPr/>
          <p:nvPr/>
        </p:nvSpPr>
        <p:spPr>
          <a:xfrm>
            <a:off x="5218560" y="2288880"/>
            <a:ext cx="1505880" cy="489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Désactiver  « Send Events Every Cook »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8"/>
          <p:cNvSpPr/>
          <p:nvPr/>
        </p:nvSpPr>
        <p:spPr>
          <a:xfrm>
            <a:off x="3921120" y="342000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00a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Un exemple de donnée à envoyer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lèche : droite 39"/>
          <p:cNvSpPr/>
          <p:nvPr/>
        </p:nvSpPr>
        <p:spPr>
          <a:xfrm rot="10800000">
            <a:off x="7657200" y="591120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Rectangle 40"/>
          <p:cNvSpPr/>
          <p:nvPr/>
        </p:nvSpPr>
        <p:spPr>
          <a:xfrm>
            <a:off x="8237160" y="5555160"/>
            <a:ext cx="1474200" cy="970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Ceci va correspondre à l’adresse du message OSC </a:t>
            </a:r>
            <a:br>
              <a:rPr sz="900"/>
            </a:b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(le caractère / va être ajouté au début de l’adresse par le TOP OSC OUT)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4"/>
          <a:stretch/>
        </p:blipFill>
        <p:spPr>
          <a:xfrm>
            <a:off x="7730640" y="2340000"/>
            <a:ext cx="1269360" cy="57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3" descr=""/>
          <p:cNvPicPr/>
          <p:nvPr/>
        </p:nvPicPr>
        <p:blipFill>
          <a:blip r:embed="rId1"/>
          <a:stretch/>
        </p:blipFill>
        <p:spPr>
          <a:xfrm>
            <a:off x="1503360" y="2639160"/>
            <a:ext cx="8087400" cy="360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 8" descr=""/>
          <p:cNvPicPr/>
          <p:nvPr/>
        </p:nvPicPr>
        <p:blipFill>
          <a:blip r:embed="rId2"/>
          <a:stretch/>
        </p:blipFill>
        <p:spPr>
          <a:xfrm>
            <a:off x="5391000" y="5088240"/>
            <a:ext cx="2681280" cy="147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 10" descr=""/>
          <p:cNvPicPr/>
          <p:nvPr/>
        </p:nvPicPr>
        <p:blipFill>
          <a:blip r:embed="rId3"/>
          <a:stretch/>
        </p:blipFill>
        <p:spPr>
          <a:xfrm>
            <a:off x="7271640" y="215280"/>
            <a:ext cx="2903400" cy="24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Flèche : droite 15"/>
          <p:cNvSpPr/>
          <p:nvPr/>
        </p:nvSpPr>
        <p:spPr>
          <a:xfrm rot="9000000">
            <a:off x="9957960" y="1684440"/>
            <a:ext cx="522720" cy="228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" name="Rectangle 14"/>
          <p:cNvSpPr/>
          <p:nvPr/>
        </p:nvSpPr>
        <p:spPr>
          <a:xfrm>
            <a:off x="10371240" y="118512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Format : Float ou Int selon le besoin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lèche : droite 16"/>
          <p:cNvSpPr/>
          <p:nvPr/>
        </p:nvSpPr>
        <p:spPr>
          <a:xfrm rot="13500000">
            <a:off x="9916200" y="2129760"/>
            <a:ext cx="522720" cy="23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" name="Rectangle 17"/>
          <p:cNvSpPr/>
          <p:nvPr/>
        </p:nvSpPr>
        <p:spPr>
          <a:xfrm>
            <a:off x="10258920" y="206352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Pour plusieurs valeurs indiquer « Transpose »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lèche : droite 18"/>
          <p:cNvSpPr/>
          <p:nvPr/>
        </p:nvSpPr>
        <p:spPr>
          <a:xfrm>
            <a:off x="6979320" y="972000"/>
            <a:ext cx="834120" cy="5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" name="Rectangle 19"/>
          <p:cNvSpPr/>
          <p:nvPr/>
        </p:nvSpPr>
        <p:spPr>
          <a:xfrm>
            <a:off x="5888520" y="98352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Indiquer la bonne adresse et le bon port de destination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lèche : droite 20"/>
          <p:cNvSpPr/>
          <p:nvPr/>
        </p:nvSpPr>
        <p:spPr>
          <a:xfrm>
            <a:off x="7099200" y="208512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" name="Rectangle 23"/>
          <p:cNvSpPr/>
          <p:nvPr/>
        </p:nvSpPr>
        <p:spPr>
          <a:xfrm>
            <a:off x="5592960" y="2063520"/>
            <a:ext cx="1505880" cy="2509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Désactiver le « Send Rate »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necteur droit 25"/>
          <p:cNvCxnSpPr/>
          <p:nvPr/>
        </p:nvCxnSpPr>
        <p:spPr>
          <a:xfrm flipH="1" flipV="1">
            <a:off x="7323480" y="2664360"/>
            <a:ext cx="677160" cy="69552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89" name="Connecteur droit 26"/>
          <p:cNvCxnSpPr/>
          <p:nvPr/>
        </p:nvCxnSpPr>
        <p:spPr>
          <a:xfrm flipV="1">
            <a:off x="9491760" y="2664360"/>
            <a:ext cx="683640" cy="69552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90" name="Connecteur droit 30"/>
          <p:cNvCxnSpPr/>
          <p:nvPr/>
        </p:nvCxnSpPr>
        <p:spPr>
          <a:xfrm flipV="1">
            <a:off x="5423040" y="4367160"/>
            <a:ext cx="592200" cy="72288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91" name="Connecteur droit 32"/>
          <p:cNvCxnSpPr/>
          <p:nvPr/>
        </p:nvCxnSpPr>
        <p:spPr>
          <a:xfrm flipH="1" flipV="1">
            <a:off x="7477200" y="4362840"/>
            <a:ext cx="574560" cy="72288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92" name="Flèche : droite 35"/>
          <p:cNvSpPr/>
          <p:nvPr/>
        </p:nvSpPr>
        <p:spPr>
          <a:xfrm>
            <a:off x="7030800" y="241632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3" name="Rectangle 36"/>
          <p:cNvSpPr/>
          <p:nvPr/>
        </p:nvSpPr>
        <p:spPr>
          <a:xfrm>
            <a:off x="5615280" y="2394000"/>
            <a:ext cx="1505880" cy="489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Optionnel : envoyer tout le temps ou juste lors d’un changement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lèche : droite 37"/>
          <p:cNvSpPr/>
          <p:nvPr/>
        </p:nvSpPr>
        <p:spPr>
          <a:xfrm rot="5400000">
            <a:off x="2242800" y="249480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5" name="Rectangle 38"/>
          <p:cNvSpPr/>
          <p:nvPr/>
        </p:nvSpPr>
        <p:spPr>
          <a:xfrm>
            <a:off x="2011680" y="170640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Un exemple de 3 données à envoyer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lèche : droite 5"/>
          <p:cNvSpPr/>
          <p:nvPr/>
        </p:nvSpPr>
        <p:spPr>
          <a:xfrm rot="5400000">
            <a:off x="4024800" y="282240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3793320" y="2034360"/>
            <a:ext cx="1298880" cy="538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Un exemple de la combinaison des 3 données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lèche : droite 39"/>
          <p:cNvSpPr/>
          <p:nvPr/>
        </p:nvSpPr>
        <p:spPr>
          <a:xfrm rot="10800000">
            <a:off x="7853040" y="5730480"/>
            <a:ext cx="834120" cy="2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CA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9" name="Rectangle 40"/>
          <p:cNvSpPr/>
          <p:nvPr/>
        </p:nvSpPr>
        <p:spPr>
          <a:xfrm>
            <a:off x="8433000" y="5374440"/>
            <a:ext cx="1474200" cy="970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Ceci va correspondre à l’adresse du message OSC </a:t>
            </a:r>
            <a:br>
              <a:rPr sz="900"/>
            </a:br>
            <a:r>
              <a:rPr b="0" lang="fr-CA" sz="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(le caractère / va être ajouté au début de l’adresse par le TOP OSC OUT)</a:t>
            </a:r>
            <a:endParaRPr b="0" lang="en-C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Ellipse 11"/>
          <p:cNvSpPr/>
          <p:nvPr/>
        </p:nvSpPr>
        <p:spPr>
          <a:xfrm>
            <a:off x="10667880" y="2522880"/>
            <a:ext cx="480960" cy="48096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fr-CA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!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</TotalTime>
  <Application>LibreOffice/25.2.3.2$MacOSX_AARCH64 LibreOffice_project/bbb074479178df812d175f709636b368952c2ce3</Application>
  <AppVersion>15.0000</AppVersion>
  <Words>160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2025-02-06T02:06:24Z</dcterms:created>
  <dc:creator>Fredericks, Thomas Ouellet</dc:creator>
  <dc:description/>
  <dc:language>en-CA</dc:language>
  <cp:lastModifiedBy/>
  <dcterms:modified xsi:type="dcterms:W3CDTF">2025-12-11T05:59:36Z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2</vt:i4>
  </property>
</Properties>
</file>